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69" d="100"/>
          <a:sy n="369" d="100"/>
        </p:scale>
        <p:origin x="176" y="-4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B34C-5E14-0E64-39F8-1CA73343F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7185E-9932-CC8C-2102-7AD8AC803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CA4D6-7697-9206-1231-96FB12D4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AC865-5624-C0F2-A30E-5C8FF057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48D4F-B547-8E95-9AEC-F2B2A66A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2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D7F4-825A-5FD8-BAAE-96DC0EFD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07E5-18E9-F854-538A-DC4184BBA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27E5D-5B29-3D38-B1A1-992AFE84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CEE17-2226-9941-7B3B-767C4AC2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D6A3B-E6DD-F319-C960-D76E1A56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6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848B-CC2C-B274-C8FE-9A283AACF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B110F-06A2-9FB5-7286-BC17A653C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B798-7FCC-4B56-53B2-879B18B9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6B858-E793-8551-86BD-FE8F3222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8DD66-BF45-5B57-2B8A-951B332F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2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7EDD-8D22-7090-72D8-BF8328AF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FB6E8-03B1-FFEB-9719-A6153E196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303FC-1F64-985C-B306-4F1F1569A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6E805-4A16-E0C2-CA79-DA7B0234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0592A-34A9-5DA7-B2D6-00A89B5A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F241C-3EC1-9D96-1819-9D53DC1F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2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D3EA-A908-686B-DC8F-0F5225C8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20E8F-2D64-C15A-2DC6-FA7CE7FB0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C8BC3-4406-3563-D78E-FA8E1F520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D2B4A-EB27-BE09-3D73-B5DD2F95E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2AD50-55C5-BFCD-F171-68E9BADD5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89CDE-6A33-B8C9-6D55-081E18081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A9220-B67E-B453-6998-096CDD62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5039F-BD79-71D9-F370-C5E8B0F3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15CA-A279-2C5B-6D12-AD499F5A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99483-78A7-4F5E-0A6D-1D1AB555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BCDE2-8DF8-1DDE-648F-3313B635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DEF46-5A47-4CF0-56E1-7DF1C836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2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F355D-8DFB-36B5-064A-5F21A1AD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A489D-CF3C-7664-435C-83DD0872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97ADA-0896-33E4-6182-70AC0E28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0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1CC8-FD76-732B-4F4F-B3E34804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3803B-5482-CEA6-E28B-CA123FFAF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C1299-07E7-5286-CA5D-66EFD5282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8BEE6-6A71-7C36-AD0D-81E91862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50A5B-49A7-36BA-87F1-D53B4206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34E02-1B56-53BE-A3B7-AE33E3B5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9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1916-A8DB-73A4-E9D3-16F13EDB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162AE-2572-BD4F-B820-E59E679C4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09117-1C5A-6294-CBAC-DC45C4A35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57026-A3FF-0382-B26B-CBED138F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8AA3D-2883-3B41-B91B-2F703BAB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BDF80-6E5C-7F3B-079D-27B548D5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2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5FA0-BAD7-1C65-6243-794D919C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BA1B8-6277-0BE8-FF61-08112B57A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E6FFA-2FB5-5DCA-3710-56A15AA7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73BA9-9A50-1F1F-213E-2F5AB004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1A0E-55C9-252B-9A85-A3ADE603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9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31B87-F586-58F7-F009-7BC8F5A27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93BC0-7DB3-362A-8FA8-2112E04B8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A54A9-17DF-5E4D-3B7F-CEC74C95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5ACF0-B732-2696-FF23-2DC217F6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9EBA9-4F63-38A6-2D3E-0D97C065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9C880-108A-24C4-D3DC-EAE13BB6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30E7A-740F-BC0E-E75B-C0EA3E187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12AF2-DD5F-A268-AEA4-66FC4110A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8F9A1-6F72-4708-9313-42AA035F5A6B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1B5D7-80E1-0ACA-F3C6-07C30B1BF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939F-87DB-DF09-5450-C521E3CD0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8DBEA-DDDD-4D17-A93C-00C90454C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1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7BFB-4D03-8064-0963-52126A723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951E6-EAA4-137E-3FBE-638FB3ED1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E7725D-770C-E4E5-CA33-0F9EC92E0EE9}"/>
              </a:ext>
            </a:extLst>
          </p:cNvPr>
          <p:cNvGrpSpPr/>
          <p:nvPr/>
        </p:nvGrpSpPr>
        <p:grpSpPr>
          <a:xfrm>
            <a:off x="686041" y="2316163"/>
            <a:ext cx="491831" cy="404218"/>
            <a:chOff x="686041" y="2316163"/>
            <a:chExt cx="491831" cy="404218"/>
          </a:xfrm>
        </p:grpSpPr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218C8665-76BF-7E2E-1D59-91590AE299DA}"/>
                </a:ext>
              </a:extLst>
            </p:cNvPr>
            <p:cNvSpPr txBox="1"/>
            <p:nvPr/>
          </p:nvSpPr>
          <p:spPr>
            <a:xfrm>
              <a:off x="701132" y="2316163"/>
              <a:ext cx="476740" cy="40421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defPPr>
                <a:defRPr lang="en-US"/>
              </a:defPPr>
              <a:lvl1pPr marL="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1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</a:t>
              </a:r>
            </a:p>
            <a:p>
              <a:pPr>
                <a:spcBef>
                  <a:spcPts val="400"/>
                </a:spcBef>
              </a:pPr>
              <a:r>
                <a:rPr lang="en-US" sz="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Optimal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33652A-6971-BFC3-B36E-0D2878F5A125}"/>
                </a:ext>
              </a:extLst>
            </p:cNvPr>
            <p:cNvSpPr/>
            <p:nvPr/>
          </p:nvSpPr>
          <p:spPr>
            <a:xfrm>
              <a:off x="686041" y="2544597"/>
              <a:ext cx="73152" cy="72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712659-C205-6414-6D24-F2C542682C7F}"/>
                </a:ext>
              </a:extLst>
            </p:cNvPr>
            <p:cNvSpPr/>
            <p:nvPr/>
          </p:nvSpPr>
          <p:spPr>
            <a:xfrm>
              <a:off x="686041" y="2389477"/>
              <a:ext cx="73152" cy="7247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1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533582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Giga Nozadze</dc:creator>
  <cp:lastModifiedBy>Giga Nozadze</cp:lastModifiedBy>
  <cp:revision>1</cp:revision>
  <dcterms:created xsi:type="dcterms:W3CDTF">2025-10-25T15:41:41Z</dcterms:created>
  <dcterms:modified xsi:type="dcterms:W3CDTF">2025-10-25T18:18:23Z</dcterms:modified>
</cp:coreProperties>
</file>